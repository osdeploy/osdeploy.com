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359" r:id="rId3"/>
    <p:sldId id="393" r:id="rId4"/>
    <p:sldId id="365" r:id="rId5"/>
    <p:sldId id="389" r:id="rId6"/>
    <p:sldId id="360" r:id="rId7"/>
    <p:sldId id="395" r:id="rId8"/>
    <p:sldId id="333" r:id="rId9"/>
    <p:sldId id="335" r:id="rId10"/>
  </p:sldIdLst>
  <p:sldSz cx="12188825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37" autoAdjust="0"/>
    <p:restoredTop sz="94629" autoAdjust="0"/>
  </p:normalViewPr>
  <p:slideViewPr>
    <p:cSldViewPr showGuides="1">
      <p:cViewPr varScale="1">
        <p:scale>
          <a:sx n="113" d="100"/>
          <a:sy n="113" d="100"/>
        </p:scale>
        <p:origin x="213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8/29/2019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8/29/2019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8/29/2019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8/29/2019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8/29/2019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sdeploy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sddrivers.osdeploy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osddrivers.osdeploy.com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sddrivers.osdeploy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sddrivers.osdeploy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sddrivers.osdeploy.com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sddrivers.osdeploy.com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65214" y="1066800"/>
            <a:ext cx="9753598" cy="3657600"/>
          </a:xfrm>
        </p:spPr>
        <p:txBody>
          <a:bodyPr>
            <a:normAutofit/>
          </a:bodyPr>
          <a:lstStyle/>
          <a:p>
            <a:r>
              <a:rPr lang="en-US" sz="67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OSDDRIVERS</a:t>
            </a:r>
            <a:b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#Automation PowerShell #Dell #Intel #Nvidia</a:t>
            </a:r>
            <a:endParaRPr lang="en-US" sz="22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5214" y="4724400"/>
            <a:ext cx="5257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David Segura @SeguraOSD</a:t>
            </a:r>
          </a:p>
          <a:p>
            <a:r>
              <a:rPr lang="en-US" dirty="0">
                <a:solidFill>
                  <a:srgbClr val="00B0F0"/>
                </a:solidFill>
                <a:hlinkClick r:id="rId2"/>
              </a:rPr>
              <a:t>https://www.osdeploy.com</a:t>
            </a:r>
            <a:r>
              <a:rPr lang="en-US" dirty="0">
                <a:solidFill>
                  <a:srgbClr val="00B0F0"/>
                </a:solidFill>
              </a:rPr>
              <a:t> #</a:t>
            </a:r>
            <a:r>
              <a:rPr lang="en-US" dirty="0" err="1">
                <a:solidFill>
                  <a:srgbClr val="00B0F0"/>
                </a:solidFill>
              </a:rPr>
              <a:t>OSDeploy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20+ years Enterprise Experience</a:t>
            </a:r>
          </a:p>
          <a:p>
            <a:r>
              <a:rPr lang="en-US" dirty="0">
                <a:solidFill>
                  <a:srgbClr val="00B0F0"/>
                </a:solidFill>
              </a:rPr>
              <a:t>OS Deployment Specialist at Baker Hughes, a GE Company</a:t>
            </a:r>
          </a:p>
          <a:p>
            <a:r>
              <a:rPr lang="en-US" dirty="0">
                <a:solidFill>
                  <a:srgbClr val="00B0F0"/>
                </a:solidFill>
              </a:rPr>
              <a:t>Presenting at #</a:t>
            </a:r>
            <a:r>
              <a:rPr lang="en-US" dirty="0" err="1">
                <a:solidFill>
                  <a:srgbClr val="00B0F0"/>
                </a:solidFill>
              </a:rPr>
              <a:t>MMSJazz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Presented at HASMUG, CTSMUG, DFWSMUG, and </a:t>
            </a:r>
            <a:r>
              <a:rPr lang="en-US" dirty="0" err="1">
                <a:solidFill>
                  <a:srgbClr val="00B0F0"/>
                </a:solidFill>
              </a:rPr>
              <a:t>ExpertsLiveUS</a:t>
            </a:r>
            <a:r>
              <a:rPr lang="en-US" dirty="0">
                <a:solidFill>
                  <a:srgbClr val="00B0F0"/>
                </a:solidFill>
              </a:rPr>
              <a:t> (2018)</a:t>
            </a:r>
          </a:p>
          <a:p>
            <a:r>
              <a:rPr lang="en-US" dirty="0">
                <a:solidFill>
                  <a:srgbClr val="00B0F0"/>
                </a:solidFill>
              </a:rPr>
              <a:t>Microsoft MVP multi-Nominee</a:t>
            </a:r>
          </a:p>
        </p:txBody>
      </p:sp>
    </p:spTree>
    <p:extLst>
      <p:ext uri="{BB962C8B-B14F-4D97-AF65-F5344CB8AC3E}">
        <p14:creationId xmlns:p14="http://schemas.microsoft.com/office/powerpoint/2010/main" val="156456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is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OSDDrivers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PowerShell Module to Download Drivers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Dell Family Packs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Dell Model Packs (Windows 7 – Windows 10)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Intel Video Drivers (Windows 7 – Windows 10)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Nvidia Video Drivers (Windows 7 and Windows 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C8D7F-DF83-4382-A27A-E6E0C2F5D085}"/>
              </a:ext>
            </a:extLst>
          </p:cNvPr>
          <p:cNvSpPr txBox="1"/>
          <p:nvPr/>
        </p:nvSpPr>
        <p:spPr>
          <a:xfrm>
            <a:off x="1091893" y="6019800"/>
            <a:ext cx="1021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hlinkClick r:id="rId2"/>
              </a:rPr>
              <a:t>https://osddrivers.osdeploy.com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37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OSDDrivers</a:t>
            </a:r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Windows Setup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893" y="6019800"/>
            <a:ext cx="1021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hlinkClick r:id="rId2"/>
              </a:rPr>
              <a:t>https://osddrivers.osdeploy.com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9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Your Driver Process – Some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Very large Driver Repository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Won’t fit on a USB Drive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Lots of Network Overhead</a:t>
            </a:r>
          </a:p>
          <a:p>
            <a:r>
              <a:rPr lang="en-US" dirty="0">
                <a:solidFill>
                  <a:srgbClr val="00B0F0"/>
                </a:solidFill>
              </a:rPr>
              <a:t>Not up-to-date</a:t>
            </a:r>
          </a:p>
          <a:p>
            <a:pPr lvl="1"/>
            <a:r>
              <a:rPr lang="en-US" b="1" u="sng" dirty="0">
                <a:solidFill>
                  <a:srgbClr val="00B0F0"/>
                </a:solidFill>
              </a:rPr>
              <a:t>Security Vulnerabilities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May require a connection to a Webservice</a:t>
            </a:r>
          </a:p>
          <a:p>
            <a:r>
              <a:rPr lang="en-US" dirty="0">
                <a:solidFill>
                  <a:srgbClr val="00B0F0"/>
                </a:solidFill>
              </a:rPr>
              <a:t>Doesn’t support all Deployment Types (MDT, CM, Windows Setup)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D20AA-7F58-4F92-9D5B-AB0DD3209F41}"/>
              </a:ext>
            </a:extLst>
          </p:cNvPr>
          <p:cNvSpPr txBox="1"/>
          <p:nvPr/>
        </p:nvSpPr>
        <p:spPr>
          <a:xfrm>
            <a:off x="1091893" y="6019800"/>
            <a:ext cx="1021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hlinkClick r:id="rId2"/>
              </a:rPr>
              <a:t>https://osddrivers.osdeploy.com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63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OSDDrivers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– The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Lightweight</a:t>
            </a:r>
          </a:p>
          <a:p>
            <a:r>
              <a:rPr lang="en-US" dirty="0">
                <a:solidFill>
                  <a:srgbClr val="00B0F0"/>
                </a:solidFill>
              </a:rPr>
              <a:t>Universal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Supports Windows Setup, MDT, and </a:t>
            </a:r>
            <a:r>
              <a:rPr lang="en-US" dirty="0" err="1">
                <a:solidFill>
                  <a:srgbClr val="00B0F0"/>
                </a:solidFill>
              </a:rPr>
              <a:t>ConfigMgr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Fits on a 16GB USB Drive with an OS</a:t>
            </a:r>
          </a:p>
          <a:p>
            <a:r>
              <a:rPr lang="en-US" dirty="0">
                <a:solidFill>
                  <a:srgbClr val="00B0F0"/>
                </a:solidFill>
              </a:rPr>
              <a:t>Latest Drivers</a:t>
            </a:r>
          </a:p>
          <a:p>
            <a:pPr lvl="1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B7B32-E2A9-44DF-8ED7-1EDF8EEC6AEF}"/>
              </a:ext>
            </a:extLst>
          </p:cNvPr>
          <p:cNvSpPr txBox="1"/>
          <p:nvPr/>
        </p:nvSpPr>
        <p:spPr>
          <a:xfrm>
            <a:off x="1091893" y="6019800"/>
            <a:ext cx="1021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hlinkClick r:id="rId2"/>
              </a:rPr>
              <a:t>https://osddrivers.osdeploy.com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9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OSDDrivers</a:t>
            </a:r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How it Works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893" y="6019800"/>
            <a:ext cx="1021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hlinkClick r:id="rId2"/>
              </a:rPr>
              <a:t>https://osddrivers.osdeploy.com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15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Q and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47347-155A-4D79-89DF-5592B1794BD8}"/>
              </a:ext>
            </a:extLst>
          </p:cNvPr>
          <p:cNvSpPr txBox="1"/>
          <p:nvPr/>
        </p:nvSpPr>
        <p:spPr>
          <a:xfrm>
            <a:off x="1091893" y="6019800"/>
            <a:ext cx="1021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hlinkClick r:id="rId2"/>
              </a:rPr>
              <a:t>https://osddrivers.osdeploy.com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08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Thank You HASMUG, Microsoft and the Sponsors!</a:t>
            </a:r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sz="3600" dirty="0">
                <a:solidFill>
                  <a:srgbClr val="FFC000"/>
                </a:solidFill>
              </a:rPr>
              <a:t>Special thanks to Christy Hedrick for asking me for help with Drivers!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1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921</TotalTime>
  <Words>217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Corbel</vt:lpstr>
      <vt:lpstr>Digital Blue Tunnel 16x9</vt:lpstr>
      <vt:lpstr>OSDDRIVERS #Automation PowerShell #Dell #Intel #Nvidia</vt:lpstr>
      <vt:lpstr>About</vt:lpstr>
      <vt:lpstr>What is OSDDrivers?</vt:lpstr>
      <vt:lpstr>OSDDrivers Windows Setup Demo</vt:lpstr>
      <vt:lpstr>Your Driver Process – Some Problems</vt:lpstr>
      <vt:lpstr>OSDDrivers – The Solutions</vt:lpstr>
      <vt:lpstr>OSDDrivers How it Works Demo</vt:lpstr>
      <vt:lpstr>Q and A</vt:lpstr>
      <vt:lpstr>Thank You HASMUG, Microsoft and the Sponsors!   Special thanks to Christy Hedrick for asking me for help with Drivers!</vt:lpstr>
    </vt:vector>
  </TitlesOfParts>
  <Company>Baker Hughes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19.8.29 HASMUG</dc:title>
  <dc:creator>Segura, David R</dc:creator>
  <cp:lastModifiedBy>David Segura</cp:lastModifiedBy>
  <cp:revision>62</cp:revision>
  <dcterms:created xsi:type="dcterms:W3CDTF">2018-08-02T17:00:08Z</dcterms:created>
  <dcterms:modified xsi:type="dcterms:W3CDTF">2019-08-29T07:09:24Z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